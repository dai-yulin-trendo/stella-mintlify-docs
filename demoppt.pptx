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62"/>
  </p:normalViewPr>
  <p:slideViewPr>
    <p:cSldViewPr snapToGrid="0">
      <p:cViewPr varScale="1">
        <p:scale>
          <a:sx n="109" d="100"/>
          <a:sy n="109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044BBB-3D5E-DE80-485E-950FBE0DC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DCAE00-5BB2-9D5C-7FAE-9A2B4C7F5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C33289-8F9F-1E5B-68B3-D864AC78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83B5-4481-EE49-AECE-BFA7FFFA3993}" type="datetimeFigureOut">
              <a:rPr kumimoji="1" lang="zh-CN" altLang="en-US" smtClean="0"/>
              <a:t>2025/9/4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C71CAE-FC5F-8864-EBF6-171DEF33C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609EA8-72D8-05B5-C3A7-A35CAFA3F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15ECC-EC8A-2B4E-AE0E-98B6AEC958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89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35A28-03B5-FE5C-7B75-6FA85F150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46D8F2-641C-58CF-ECBC-8E6D5A592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A026D4-CF50-0D41-864E-563E97E3F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83B5-4481-EE49-AECE-BFA7FFFA3993}" type="datetimeFigureOut">
              <a:rPr kumimoji="1" lang="zh-CN" altLang="en-US" smtClean="0"/>
              <a:t>2025/9/4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7C9227-E370-A47C-DF16-5590FE5D3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7F9921-A061-2268-455D-6E465E9A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15ECC-EC8A-2B4E-AE0E-98B6AEC958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8353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BEB9A3-6828-4847-2731-B4C18E191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1A371D-3838-BFA6-5943-0B17FD327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EBE328-87AF-2B59-E02A-A98F4F8D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83B5-4481-EE49-AECE-BFA7FFFA3993}" type="datetimeFigureOut">
              <a:rPr kumimoji="1" lang="zh-CN" altLang="en-US" smtClean="0"/>
              <a:t>2025/9/4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2C899E-7CB7-E832-994F-A69484D2B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4894C-87B5-D9D2-5A38-E5F70FA4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15ECC-EC8A-2B4E-AE0E-98B6AEC958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4996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63870B-61C2-EF56-3B3A-D2BCE5EAE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BBDFC4-50D4-621F-94AA-9A3596809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1C2649-39D1-6AE3-B4C8-C165208D5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3DE2DF-A152-C227-5753-81D4216A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83B5-4481-EE49-AECE-BFA7FFFA3993}" type="datetimeFigureOut">
              <a:rPr kumimoji="1" lang="zh-CN" altLang="en-US" smtClean="0"/>
              <a:t>2025/9/4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9F04DC-446D-81BC-D698-C7A6149C4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5D9A37-DCD6-8069-60EB-6754C9FB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15ECC-EC8A-2B4E-AE0E-98B6AEC958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394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FD1BD-81C8-CF09-4115-AC40EEA8E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213BF5-A9C7-AFF1-56BD-14FA5C6F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27F467-0D7C-FCEC-E325-E23D003E6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CA3B62-F882-113D-3695-55FB8CA98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E68027-AD92-A9AC-8BBE-C3054825E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4E3C60-68C8-2712-D0FE-4440794F1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83B5-4481-EE49-AECE-BFA7FFFA3993}" type="datetimeFigureOut">
              <a:rPr kumimoji="1" lang="zh-CN" altLang="en-US" smtClean="0"/>
              <a:t>2025/9/4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17F69E-B523-CC85-1C17-4EB335F7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893916-48E8-4A2E-0D4B-0A29FD0B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15ECC-EC8A-2B4E-AE0E-98B6AEC958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684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2B0D6-4591-BF10-4140-77C6F085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347CFA-3FEC-1523-C3BE-B1D24B418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83B5-4481-EE49-AECE-BFA7FFFA3993}" type="datetimeFigureOut">
              <a:rPr kumimoji="1" lang="zh-CN" altLang="en-US" smtClean="0"/>
              <a:t>2025/9/4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B97906-6C1C-A618-3674-983E73801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FE8485-2FD6-9B33-C5AF-B08B92E3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15ECC-EC8A-2B4E-AE0E-98B6AEC958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8455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750A97-3269-2D49-20A3-CBCC1F19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83B5-4481-EE49-AECE-BFA7FFFA3993}" type="datetimeFigureOut">
              <a:rPr kumimoji="1" lang="zh-CN" altLang="en-US" smtClean="0"/>
              <a:t>2025/9/4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25CC62-7903-479B-A586-5CC061F9B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D33B14-0297-57EF-103F-7A8DDD51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15ECC-EC8A-2B4E-AE0E-98B6AEC958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3871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4D74E-33B3-04C8-ED37-D84822B20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DD4843-C74A-4D08-B991-C39D51963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DAD6DC-0536-0D51-7136-6C871121A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5BEF28-B611-3856-A8CF-021CD1F4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83B5-4481-EE49-AECE-BFA7FFFA3993}" type="datetimeFigureOut">
              <a:rPr kumimoji="1" lang="zh-CN" altLang="en-US" smtClean="0"/>
              <a:t>2025/9/4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107F5F-B060-FACE-5156-CF94457C0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22F097-8A48-7BC3-9D66-69EF9C38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15ECC-EC8A-2B4E-AE0E-98B6AEC958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1729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903C7C-B8D2-8985-A999-940CD1BF8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2149BC-8B29-C5F2-B570-819611895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1C8738-2F0E-C6A0-9764-52014E56D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CEF509-7228-DBAF-CBBD-BCCF3E409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83B5-4481-EE49-AECE-BFA7FFFA3993}" type="datetimeFigureOut">
              <a:rPr kumimoji="1" lang="zh-CN" altLang="en-US" smtClean="0"/>
              <a:t>2025/9/4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CC091E-C527-88E3-662C-9366756D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BEF930-EB1B-9AEF-B342-E2764868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15ECC-EC8A-2B4E-AE0E-98B6AEC958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517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48113-C21A-F68F-6878-47C87857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B07A95-AB10-029D-0988-34B3731F1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F1159B-C152-F646-54EA-BF4459FC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83B5-4481-EE49-AECE-BFA7FFFA3993}" type="datetimeFigureOut">
              <a:rPr kumimoji="1" lang="zh-CN" altLang="en-US" smtClean="0"/>
              <a:t>2025/9/4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A3FC62-F1E7-CC8B-5C51-D5D4348DC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7F2004-1C99-9EDE-D4B0-499CD0CFC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15ECC-EC8A-2B4E-AE0E-98B6AEC958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5478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00947D-DD53-38D4-BBB7-E2EC286DA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EA7CA3-78F5-82C7-41A1-6DC90F2BB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CC0BEF-6D05-2378-21D3-9D47DCF13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283B5-4481-EE49-AECE-BFA7FFFA3993}" type="datetimeFigureOut">
              <a:rPr kumimoji="1" lang="zh-CN" altLang="en-US" smtClean="0"/>
              <a:t>2025/9/4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851184-38B3-2F5D-0597-5E4816C7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C3EEE8-F36C-E728-4299-6481A444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15ECC-EC8A-2B4E-AE0E-98B6AEC958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4936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A731A75-1B03-A628-0D46-FE3E4C4C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C2A1D4-7870-8FD6-AD08-F15BBDF17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C26B16-7CAE-80A1-B2C0-7A40560CF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283B5-4481-EE49-AECE-BFA7FFFA3993}" type="datetimeFigureOut">
              <a:rPr kumimoji="1" lang="zh-CN" altLang="en-US" smtClean="0"/>
              <a:t>2025/9/4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4309A9-854C-D30B-37F4-85DD9A7E3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E2DF31-FADA-D3A3-E08A-7D2F0F692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15ECC-EC8A-2B4E-AE0E-98B6AEC958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7389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95567-DE93-2857-430F-FC9E39B55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956447"/>
            <a:ext cx="8053077" cy="1336339"/>
          </a:xfrm>
        </p:spPr>
        <p:txBody>
          <a:bodyPr>
            <a:normAutofit fontScale="90000"/>
          </a:bodyPr>
          <a:lstStyle/>
          <a:p>
            <a:r>
              <a:rPr lang="en" altLang="zh-CN" sz="31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{{</a:t>
            </a:r>
            <a:r>
              <a:rPr lang="en" altLang="zh-CN" sz="3100" dirty="0" err="1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user.nickname</a:t>
            </a:r>
            <a:r>
              <a:rPr lang="en" altLang="zh-CN" sz="31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}}</a:t>
            </a:r>
            <a:r>
              <a:rPr lang="ja-JP" altLang="en-US" sz="3100">
                <a:latin typeface="MS Mincho" panose="02020609040205080304" pitchFamily="49" charset="-128"/>
                <a:ea typeface="MS Mincho" panose="02020609040205080304" pitchFamily="49" charset="-128"/>
              </a:rPr>
              <a:t>の</a:t>
            </a:r>
            <a:r>
              <a:rPr lang="zh-CN" altLang="en-US" sz="3100" dirty="0">
                <a:latin typeface="MS Mincho" panose="02020609040205080304" pitchFamily="49" charset="-128"/>
                <a:ea typeface="MS Mincho" panose="02020609040205080304" pitchFamily="49" charset="-128"/>
              </a:rPr>
              <a:t>個人</a:t>
            </a:r>
            <a:r>
              <a:rPr lang="ja-JP" altLang="en-US" sz="3100">
                <a:latin typeface="MS Mincho" panose="02020609040205080304" pitchFamily="49" charset="-128"/>
                <a:ea typeface="MS Mincho" panose="02020609040205080304" pitchFamily="49" charset="-128"/>
              </a:rPr>
              <a:t>プロフィール</a:t>
            </a:r>
            <a:br>
              <a:rPr lang="ja-JP" altLang="en-US"/>
            </a:b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340DE8-27B1-6D85-A7FB-F76920620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0828" y="5434676"/>
            <a:ext cx="7441323" cy="855765"/>
          </a:xfrm>
        </p:spPr>
        <p:txBody>
          <a:bodyPr/>
          <a:lstStyle/>
          <a:p>
            <a:r>
              <a:rPr lang="en" altLang="zh-CN" dirty="0">
                <a:latin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en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user.department</a:t>
            </a:r>
            <a:r>
              <a:rPr lang="en" altLang="zh-CN" dirty="0">
                <a:latin typeface="Calibri" panose="020F0502020204030204" pitchFamily="34" charset="0"/>
                <a:cs typeface="Calibri" panose="020F0502020204030204" pitchFamily="34" charset="0"/>
              </a:rPr>
              <a:t>}}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1501AD-5875-5CF9-C670-3AD27CAA508C}"/>
              </a:ext>
            </a:extLst>
          </p:cNvPr>
          <p:cNvSpPr txBox="1"/>
          <p:nvPr/>
        </p:nvSpPr>
        <p:spPr>
          <a:xfrm>
            <a:off x="5474677" y="544113"/>
            <a:ext cx="629529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{{@</a:t>
            </a:r>
            <a:r>
              <a:rPr lang="en" altLang="zh-C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user.avatar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}}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82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8746DF-77F3-763B-3640-1735B925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10" y="270532"/>
            <a:ext cx="4335518" cy="4017689"/>
          </a:xfrm>
        </p:spPr>
        <p:txBody>
          <a:bodyPr>
            <a:normAutofit/>
          </a:bodyPr>
          <a:lstStyle/>
          <a:p>
            <a:r>
              <a:rPr lang="en" altLang="zh-CN" sz="40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{{@</a:t>
            </a:r>
            <a:r>
              <a:rPr lang="en" altLang="zh-CN" sz="4000" dirty="0" err="1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user.avatar</a:t>
            </a:r>
            <a:r>
              <a:rPr lang="en-US" altLang="zh-CN" sz="40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2</a:t>
            </a:r>
            <a:r>
              <a:rPr lang="en" altLang="zh-CN" sz="40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}}</a:t>
            </a:r>
            <a:endParaRPr kumimoji="1" lang="zh-CN" altLang="en-US" sz="4000" dirty="0"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9EE680-7ED7-ABB7-A5D2-68F31F0B5A4D}"/>
              </a:ext>
            </a:extLst>
          </p:cNvPr>
          <p:cNvSpPr txBox="1"/>
          <p:nvPr/>
        </p:nvSpPr>
        <p:spPr>
          <a:xfrm>
            <a:off x="5744307" y="1659285"/>
            <a:ext cx="590155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MS Mincho" panose="02020609040205080304" pitchFamily="49" charset="-128"/>
                <a:ea typeface="MS Mincho" panose="02020609040205080304" pitchFamily="49" charset="-128"/>
              </a:rPr>
              <a:t>名前</a:t>
            </a:r>
            <a:r>
              <a:rPr lang="en-US" altLang="zh-CN" sz="2800" dirty="0">
                <a:latin typeface="MS Mincho" panose="02020609040205080304" pitchFamily="49" charset="-128"/>
                <a:ea typeface="MS Mincho" panose="02020609040205080304" pitchFamily="49" charset="-128"/>
              </a:rPr>
              <a:t>:</a:t>
            </a:r>
            <a:r>
              <a:rPr lang="en" altLang="zh-CN" sz="28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{{</a:t>
            </a:r>
            <a:r>
              <a:rPr lang="en" altLang="zh-CN" sz="2800" dirty="0" err="1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user.nickname</a:t>
            </a:r>
            <a:r>
              <a:rPr lang="en" altLang="zh-CN" sz="28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}}</a:t>
            </a:r>
          </a:p>
          <a:p>
            <a:endParaRPr lang="en" altLang="zh-CN" sz="28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r>
              <a:rPr lang="zh-CN" altLang="en-US" sz="2800" dirty="0">
                <a:latin typeface="MS Mincho" panose="02020609040205080304" pitchFamily="49" charset="-128"/>
                <a:ea typeface="MS Mincho" panose="02020609040205080304" pitchFamily="49" charset="-128"/>
              </a:rPr>
              <a:t>年齢</a:t>
            </a:r>
            <a:r>
              <a:rPr lang="en-US" altLang="zh-CN" sz="2800" dirty="0">
                <a:latin typeface="MS Mincho" panose="02020609040205080304" pitchFamily="49" charset="-128"/>
                <a:ea typeface="MS Mincho" panose="02020609040205080304" pitchFamily="49" charset="-128"/>
              </a:rPr>
              <a:t>: </a:t>
            </a:r>
            <a:r>
              <a:rPr lang="en-US" altLang="zh-CN" sz="28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{{</a:t>
            </a:r>
            <a:r>
              <a:rPr lang="en" altLang="zh-CN" sz="2800" dirty="0" err="1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user.age</a:t>
            </a:r>
            <a:r>
              <a:rPr lang="en" altLang="zh-CN" sz="28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}}</a:t>
            </a:r>
          </a:p>
          <a:p>
            <a:endParaRPr lang="en" altLang="zh-CN" sz="28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r>
              <a:rPr lang="zh-CN" altLang="en-US" sz="2800" dirty="0">
                <a:latin typeface="MS Mincho" panose="02020609040205080304" pitchFamily="49" charset="-128"/>
                <a:ea typeface="MS Mincho" panose="02020609040205080304" pitchFamily="49" charset="-128"/>
              </a:rPr>
              <a:t>部署</a:t>
            </a:r>
            <a:r>
              <a:rPr lang="en-US" altLang="zh-CN" sz="2800" dirty="0">
                <a:latin typeface="MS Mincho" panose="02020609040205080304" pitchFamily="49" charset="-128"/>
                <a:ea typeface="MS Mincho" panose="02020609040205080304" pitchFamily="49" charset="-128"/>
              </a:rPr>
              <a:t>:</a:t>
            </a:r>
            <a:r>
              <a:rPr lang="en" altLang="zh-CN" sz="28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{{</a:t>
            </a:r>
            <a:r>
              <a:rPr lang="en" altLang="zh-CN" sz="2800" dirty="0" err="1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user.department</a:t>
            </a:r>
            <a:r>
              <a:rPr lang="en" altLang="zh-CN" sz="28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}}</a:t>
            </a:r>
          </a:p>
          <a:p>
            <a:endParaRPr kumimoji="1" lang="en" altLang="zh-CN" sz="28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r>
              <a:rPr lang="ja-JP" altLang="en-US" sz="2800">
                <a:latin typeface="MS Mincho" panose="02020609040205080304" pitchFamily="49" charset="-128"/>
                <a:ea typeface="MS Mincho" panose="02020609040205080304" pitchFamily="49" charset="-128"/>
              </a:rPr>
              <a:t>メールアドレス</a:t>
            </a:r>
            <a:r>
              <a:rPr lang="en-US" altLang="ja-JP" sz="2800" dirty="0">
                <a:latin typeface="MS Mincho" panose="02020609040205080304" pitchFamily="49" charset="-128"/>
                <a:ea typeface="MS Mincho" panose="02020609040205080304" pitchFamily="49" charset="-128"/>
              </a:rPr>
              <a:t>:</a:t>
            </a:r>
          </a:p>
          <a:p>
            <a:r>
              <a:rPr lang="en-US" altLang="ja-JP" sz="2800" dirty="0">
                <a:latin typeface="MS Mincho" panose="02020609040205080304" pitchFamily="49" charset="-128"/>
                <a:ea typeface="MS Mincho" panose="02020609040205080304" pitchFamily="49" charset="-128"/>
              </a:rPr>
              <a:t> </a:t>
            </a:r>
            <a:r>
              <a:rPr lang="en" altLang="zh-CN" sz="20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{{</a:t>
            </a:r>
            <a:r>
              <a:rPr lang="en" altLang="zh-CN" sz="2000" dirty="0" err="1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user.contact.email</a:t>
            </a:r>
            <a:r>
              <a:rPr lang="en" altLang="zh-CN" sz="20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}}</a:t>
            </a:r>
            <a:endParaRPr kumimoji="1" lang="zh-CN" altLang="en-US" sz="2000" dirty="0"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73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20ADD-0C8F-9179-5638-6A25433F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仕事以外</a:t>
            </a:r>
            <a:r>
              <a:rPr lang="ja-JP" altLang="en-US">
                <a:latin typeface="MS Mincho" panose="02020609040205080304" pitchFamily="49" charset="-128"/>
                <a:ea typeface="MS Mincho" panose="02020609040205080304" pitchFamily="49" charset="-128"/>
              </a:rPr>
              <a:t>の</a:t>
            </a:r>
            <a:r>
              <a:rPr lang="zh-CN" alt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一面：私</a:t>
            </a:r>
            <a:r>
              <a:rPr lang="ja-JP" altLang="en-US">
                <a:latin typeface="MS Mincho" panose="02020609040205080304" pitchFamily="49" charset="-128"/>
                <a:ea typeface="MS Mincho" panose="02020609040205080304" pitchFamily="49" charset="-128"/>
              </a:rPr>
              <a:t>の</a:t>
            </a:r>
            <a:r>
              <a:rPr lang="zh-CN" alt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趣味</a:t>
            </a:r>
            <a:endParaRPr kumimoji="1" lang="zh-CN" altLang="en-US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02B539-6473-A0C6-3E4D-0B33E4540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24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{{</a:t>
            </a:r>
            <a:r>
              <a:rPr lang="en" altLang="zh-CN" sz="2400" dirty="0" err="1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user.hobbies</a:t>
            </a:r>
            <a:r>
              <a:rPr lang="en" altLang="zh-CN" sz="2400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}}</a:t>
            </a:r>
            <a:endParaRPr kumimoji="1" lang="zh-CN" altLang="en-US" sz="2400" dirty="0"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722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3D1043-F0EA-1E57-8943-86C7C4F0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家族構成</a:t>
            </a:r>
            <a:endParaRPr kumimoji="1" lang="zh-CN" altLang="en-US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1A98E2-BB9B-E9DB-7860-B6689521F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309" y="1690688"/>
            <a:ext cx="7564821" cy="4351338"/>
          </a:xfrm>
        </p:spPr>
        <p:txBody>
          <a:bodyPr/>
          <a:lstStyle/>
          <a:p>
            <a:pPr marL="0" indent="0">
              <a:buNone/>
            </a:pPr>
            <a:r>
              <a:rPr lang="en" altLang="zh-CN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{{#</a:t>
            </a:r>
            <a:r>
              <a:rPr lang="en" altLang="zh-CN" dirty="0" err="1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family.members</a:t>
            </a:r>
            <a:r>
              <a:rPr lang="en" altLang="zh-CN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}}</a:t>
            </a:r>
          </a:p>
          <a:p>
            <a:pPr marL="0" indent="0">
              <a:buNone/>
            </a:pPr>
            <a:endParaRPr kumimoji="1" lang="zh-CN" altLang="en-US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7199182-82AD-AA9E-3214-ADB0C3B34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661989"/>
              </p:ext>
            </p:extLst>
          </p:nvPr>
        </p:nvGraphicFramePr>
        <p:xfrm>
          <a:off x="838199" y="2869323"/>
          <a:ext cx="6823842" cy="2207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614">
                  <a:extLst>
                    <a:ext uri="{9D8B030D-6E8A-4147-A177-3AD203B41FA5}">
                      <a16:colId xmlns:a16="http://schemas.microsoft.com/office/drawing/2014/main" val="3510870636"/>
                    </a:ext>
                  </a:extLst>
                </a:gridCol>
                <a:gridCol w="2274614">
                  <a:extLst>
                    <a:ext uri="{9D8B030D-6E8A-4147-A177-3AD203B41FA5}">
                      <a16:colId xmlns:a16="http://schemas.microsoft.com/office/drawing/2014/main" val="1563455301"/>
                    </a:ext>
                  </a:extLst>
                </a:gridCol>
                <a:gridCol w="2274614">
                  <a:extLst>
                    <a:ext uri="{9D8B030D-6E8A-4147-A177-3AD203B41FA5}">
                      <a16:colId xmlns:a16="http://schemas.microsoft.com/office/drawing/2014/main" val="2101977205"/>
                    </a:ext>
                  </a:extLst>
                </a:gridCol>
              </a:tblGrid>
              <a:tr h="1103587"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名前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続柄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年齢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521517"/>
                  </a:ext>
                </a:extLst>
              </a:tr>
              <a:tr h="1103587">
                <a:tc>
                  <a:txBody>
                    <a:bodyPr/>
                    <a:lstStyle/>
                    <a:p>
                      <a:r>
                        <a:rPr lang="en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[name]</a:t>
                      </a:r>
                      <a:endParaRPr lang="zh-CN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[role]</a:t>
                      </a:r>
                      <a:endParaRPr lang="zh-CN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[age]</a:t>
                      </a:r>
                      <a:endParaRPr lang="zh-CN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226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203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69FFE6-9E36-7772-6468-5AE54D084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担当</a:t>
            </a:r>
            <a:r>
              <a:rPr lang="ja-JP" altLang="en-US">
                <a:latin typeface="MS Mincho" panose="02020609040205080304" pitchFamily="49" charset="-128"/>
                <a:ea typeface="MS Mincho" panose="02020609040205080304" pitchFamily="49" charset="-128"/>
              </a:rPr>
              <a:t>プロジェクト</a:t>
            </a:r>
            <a:endParaRPr kumimoji="1" lang="zh-CN" altLang="en-US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C8148E-9C7E-8A13-4D2D-41ED89AC0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altLang="zh-CN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{{#</a:t>
            </a:r>
            <a:r>
              <a:rPr lang="en" altLang="zh-CN" dirty="0" err="1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work.projects</a:t>
            </a:r>
            <a:r>
              <a:rPr lang="en" altLang="zh-CN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}}</a:t>
            </a:r>
          </a:p>
          <a:p>
            <a:pPr marL="0" indent="0">
              <a:buNone/>
            </a:pPr>
            <a:endParaRPr kumimoji="1" lang="zh-CN" altLang="en-US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C23E145-51AD-D509-0A60-1D9132250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789664"/>
              </p:ext>
            </p:extLst>
          </p:nvPr>
        </p:nvGraphicFramePr>
        <p:xfrm>
          <a:off x="1354084" y="2837794"/>
          <a:ext cx="8127999" cy="2081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2039341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6298417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85922665"/>
                    </a:ext>
                  </a:extLst>
                </a:gridCol>
              </a:tblGrid>
              <a:tr h="1040524">
                <a:tc>
                  <a:txBody>
                    <a:bodyPr/>
                    <a:lstStyle/>
                    <a:p>
                      <a:r>
                        <a:rPr lang="ja-JP" altLang="en-US" sz="1800" b="0" i="0" u="none" strike="noStrike" kern="1200">
                          <a:solidFill>
                            <a:schemeClr val="lt1"/>
                          </a:solidFill>
                          <a:effectLst/>
                          <a:latin typeface="MS Mincho" panose="02020609040205080304" pitchFamily="49" charset="-128"/>
                          <a:ea typeface="MS Mincho" panose="02020609040205080304" pitchFamily="49" charset="-128"/>
                          <a:cs typeface="+mn-cs"/>
                        </a:rPr>
                        <a:t>プロジェクト</a:t>
                      </a:r>
                      <a:r>
                        <a:rPr lang="zh-CN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MS Mincho" panose="02020609040205080304" pitchFamily="49" charset="-128"/>
                          <a:ea typeface="MS Mincho" panose="02020609040205080304" pitchFamily="49" charset="-128"/>
                          <a:cs typeface="+mn-cs"/>
                        </a:rPr>
                        <a:t>名</a:t>
                      </a:r>
                      <a:endParaRPr lang="zh-CN" altLang="en-US" dirty="0">
                        <a:latin typeface="MS Mincho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800" b="0" i="0" u="none" strike="noStrike" kern="1200">
                          <a:solidFill>
                            <a:schemeClr val="lt1"/>
                          </a:solidFill>
                          <a:effectLst/>
                          <a:latin typeface="MS Mincho" panose="02020609040205080304" pitchFamily="49" charset="-128"/>
                          <a:ea typeface="MS Mincho" panose="02020609040205080304" pitchFamily="49" charset="-128"/>
                          <a:cs typeface="+mn-cs"/>
                        </a:rPr>
                        <a:t>ステータス</a:t>
                      </a:r>
                      <a:endParaRPr lang="zh-CN" altLang="en-US" dirty="0">
                        <a:latin typeface="MS Mincho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MS Mincho" panose="02020609040205080304" pitchFamily="49" charset="-128"/>
                          <a:ea typeface="MS Mincho" panose="02020609040205080304" pitchFamily="49" charset="-128"/>
                          <a:cs typeface="+mn-cs"/>
                        </a:rPr>
                        <a:t>進捗</a:t>
                      </a:r>
                      <a:endParaRPr lang="zh-CN" altLang="en-US" dirty="0">
                        <a:latin typeface="MS Mincho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256581"/>
                  </a:ext>
                </a:extLst>
              </a:tr>
              <a:tr h="1040524">
                <a:tc>
                  <a:txBody>
                    <a:bodyPr/>
                    <a:lstStyle/>
                    <a:p>
                      <a:r>
                        <a:rPr lang="en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[name1]</a:t>
                      </a:r>
                      <a:endParaRPr lang="zh-CN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[status]</a:t>
                      </a:r>
                      <a:endParaRPr lang="zh-CN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[progress]%</a:t>
                      </a:r>
                      <a:endParaRPr lang="zh-CN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276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45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46F1D-4F4E-7B43-9050-963F2143B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20" y="2103437"/>
            <a:ext cx="10515600" cy="1325563"/>
          </a:xfrm>
        </p:spPr>
        <p:txBody>
          <a:bodyPr/>
          <a:lstStyle/>
          <a:p>
            <a:r>
              <a:rPr lang="ja-JP" altLang="en-US">
                <a:latin typeface="MS Mincho" panose="02020609040205080304" pitchFamily="49" charset="-128"/>
                <a:ea typeface="MS Mincho" panose="02020609040205080304" pitchFamily="49" charset="-128"/>
              </a:rPr>
              <a:t>ご</a:t>
            </a:r>
            <a:r>
              <a:rPr lang="zh-CN" alt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清聴</a:t>
            </a:r>
            <a:r>
              <a:rPr lang="ja-JP" altLang="en-US">
                <a:latin typeface="MS Mincho" panose="02020609040205080304" pitchFamily="49" charset="-128"/>
                <a:ea typeface="MS Mincho" panose="02020609040205080304" pitchFamily="49" charset="-128"/>
              </a:rPr>
              <a:t>ありがとうございました</a:t>
            </a:r>
            <a:endParaRPr kumimoji="1" lang="zh-CN" altLang="en-US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9CF7E7-76E2-A9F2-9047-33CFDF264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98123"/>
            <a:ext cx="10515600" cy="1478839"/>
          </a:xfrm>
        </p:spPr>
        <p:txBody>
          <a:bodyPr/>
          <a:lstStyle/>
          <a:p>
            <a:pPr marL="0" indent="0">
              <a:buNone/>
            </a:pPr>
            <a:r>
              <a:rPr lang="en" altLang="zh-CN" dirty="0">
                <a:latin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en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user.contact.email</a:t>
            </a:r>
            <a:r>
              <a:rPr lang="en" altLang="zh-CN" dirty="0">
                <a:latin typeface="Calibri" panose="020F0502020204030204" pitchFamily="34" charset="0"/>
                <a:cs typeface="Calibri" panose="020F0502020204030204" pitchFamily="34" charset="0"/>
              </a:rPr>
              <a:t>}}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22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125</Words>
  <Application>Microsoft Macintosh PowerPoint</Application>
  <PresentationFormat>宽屏</PresentationFormat>
  <Paragraphs>40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MS Mincho</vt:lpstr>
      <vt:lpstr>Arial</vt:lpstr>
      <vt:lpstr>Calibri</vt:lpstr>
      <vt:lpstr>Office 主题​​</vt:lpstr>
      <vt:lpstr>{{user.nickname}}の個人プロフィール </vt:lpstr>
      <vt:lpstr>{{@user.avatar2}}</vt:lpstr>
      <vt:lpstr>仕事以外の一面：私の趣味</vt:lpstr>
      <vt:lpstr>家族構成</vt:lpstr>
      <vt:lpstr>担当プロジェクト</vt:lpstr>
      <vt:lpstr>ご清聴ありがとうございました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S243810209</dc:creator>
  <cp:lastModifiedBy>S243810209</cp:lastModifiedBy>
  <cp:revision>6</cp:revision>
  <dcterms:created xsi:type="dcterms:W3CDTF">2025-09-02T08:19:30Z</dcterms:created>
  <dcterms:modified xsi:type="dcterms:W3CDTF">2025-09-04T11:57:28Z</dcterms:modified>
</cp:coreProperties>
</file>